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EB099-7909-ADA5-9156-5D5E15DDC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B64332-292E-5001-D110-14F450D1F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2B389-EA21-E7CA-1EE9-2FE869D6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96F92-2015-7B76-C4CA-EEE85EE0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E462A-F9A0-5E5C-13D0-232AAB86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05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B88E1-34B7-CB13-A911-85843ECA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57CEB-1C1E-ECB2-9629-19F36C0E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6752E-574C-54CA-55AD-043CF1A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B5F36-1B5F-6B83-4DFB-052CC092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4C574-351E-12C0-60EB-A8036D14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1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A9E06-7A74-310A-36AF-221AC6AFE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CEE620-4C63-6033-3DA5-7A3E26AC2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81AAB-8A7F-1492-6A96-AA17D7FE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5B0B5-1CC0-5D1C-9765-EF08877A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371174-6DEC-B252-36BB-699C57DC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57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A9572-107D-DC8C-8AD8-DBF33068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4ABCB1-3CEF-804A-5ACD-A769F47AE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EB6F6A-2D57-0E94-F0B9-13FD2DD5F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333827-50DD-B017-9399-3D678BF6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932A03-B88C-9170-1645-C185E912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25332D-A8BC-9EB5-C437-62D59507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0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2A4E7-29F0-799B-B8A4-31F18473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C3A9E7-4DEF-E347-1D58-CBC3D4C6E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26E8F-FD7A-9713-7937-75F915688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033F5B-3B01-CC54-0336-2DFE1DEC3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AD26A4-87B1-4456-7DEE-D4548C648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406089-9696-3504-6C1E-972B4E01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81F5A8-FAF9-17D5-B5C4-A908AF78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2C230E-BC80-048A-D780-A43CD9B4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02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AF947-DB43-A199-EBC2-4CEABD0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764FFA-29D4-17A3-25F8-834DEBF0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EE3F4C-3AC3-D831-1A4E-FC67106B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FC3553-1046-2C74-2846-A44243FB8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96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AB3D25-BA81-2434-C8DA-E09245C8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666543-36BF-6D37-1D83-93C3E421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02DE98-D224-00F8-22A5-8B290839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65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17096-50F5-0ED1-16C4-3997D043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1BD9A-809E-EF8E-E4FD-40DB6896E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D4E03E-B00E-45BA-E301-71B406609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943652-30DA-8135-929A-1A734E580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FCF10-F763-512F-799A-E6571B1F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E08A7-6B63-1A12-243A-D68F751E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8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47275-01FB-67C0-6C72-04D996A7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21FDA3-B385-5401-099B-1089A0CA1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3859B3-CA4C-3D7C-894C-A4E3EC3B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F3EB5-3D48-C238-AE43-9CE63424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D33A0-B5A7-5507-7A80-9F3EA5F13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0ACBA2-88A1-E904-17BF-DC068B89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9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E8337-2FF1-FA91-5408-C3FFA579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55916A-D235-B709-DAB5-3F916D006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B90A7-563F-53D1-B4ED-EE50D0BD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5A39F-472D-057E-CF94-D98D0A0E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40C35-68A8-4320-C568-3E530983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27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297497-0C1D-98A6-D40A-3D13C889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344CAA-02D8-4DDF-2D0D-D7E890B57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13B129-F15E-3B21-D1D6-138BC492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59FCA-6E47-2285-7E1A-35EE64E7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47989-1740-666A-839F-8E7BE2FB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24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79BB8E-9B54-D358-1864-7487BF9F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851E3-36E9-7882-9562-4731A96A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06C94D-A1FC-44FF-1194-22E464DB7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77045-72AF-4F49-9D0E-A4043AAC05B6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369DC-CB8E-ADB2-5E53-1D080DB06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5F043-02E3-B52E-DD66-9F485F03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91CD5-4FB3-404C-9984-885B5AD00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7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D6FF848-22AF-F2E8-C4B2-1B2C7D83C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4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C9EE24-5488-A3BD-3750-F71B4144B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5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7F4C38-B601-5E84-EF9A-BAF82EC2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2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A29041-9DB0-D395-4DF2-71471DFD2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7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誉荣 陈</dc:creator>
  <cp:lastModifiedBy>誉荣 陈</cp:lastModifiedBy>
  <cp:revision>3</cp:revision>
  <dcterms:created xsi:type="dcterms:W3CDTF">2026-05-22T09:28:42Z</dcterms:created>
  <dcterms:modified xsi:type="dcterms:W3CDTF">2026-05-23T13:07:24Z</dcterms:modified>
</cp:coreProperties>
</file>